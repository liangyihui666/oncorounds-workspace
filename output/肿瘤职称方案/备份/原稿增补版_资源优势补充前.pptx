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19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11" d="100"/>
          <a:sy n="111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撤下原村卫生室扣减、1.5%专业占比、5%-10%报考率及其推算结果，现有材料不足以确认全国年度考生规模。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撤下原村卫生室扣减、1.5%专业占比、5%-10%报考率及其推算结果，现有材料不足以确认全国年度考生规模。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本页源于机构销售聊天截图，主要讨论肿瘤内科，不代表已验证需求或三专业共同考试事实。不采用病例占比、学习截止时间等机构断言。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市场规模、竞品格局与首期产品范围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同步上线 341、342、343，以试点验证真实价值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现有肿瘤医生用户提供触达基础，实际考生数量与需求仍需盘点。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两科共用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接入现有职考小程序，评估答题、错题与 AI 能力的专业适配。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围绕专科内容、可信解析与持续更新，验证相对现有备考方式的价值。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同步接入三专业，先验证使用与学习价值，再确定收费及后续投入。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良医汇现有肿瘤医生用户与职考产品提供项目基础，接入成本需内部评估。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盘点可触达的当年目标考生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拓展 AI 场景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 AI 私教与追问迁移到职称考试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年度安排以官方通知为准；首期聚焦 341–343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专业代码、时间与要求因省份而异，首期暂不纳入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复用现有渠道与产品基础，首期聚焦 341、342、343，成本与需求通过试点核实。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本期聚焦三个中级专业，高级职称后续评估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三个中级专业同步上线已确定，高级职称需另行核对目标地区要求。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待确定地区后开展用户调研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三专业共用产品框架，内容按专业适配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同专业四科成绩两年滚动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考试安排与要求存在地区差异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 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本期覆盖 341、342、343；高级职称暂不纳入，后续另行评估。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 341、342、343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三个专业同步上线，内容按所选专业配置，不以所在科室代替报考专业。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四科分别备考，题型与计分规则按官方材料确认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2026口径：四科机考，每科90分钟，各科60分合格，同专业成绩两年滚动。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内容与规则依据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分别核对考点与题型要求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具体题型、计分及回退规则待确认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模拟功能待核验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案例题计分待核验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回退规则待核验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题型题量待核验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前两科共用试卷，后两科按专业考纲建设；练习表现不等同正式考试成绩。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按产品形态比较供给，重点核对专业覆盖与学习体验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以下为调研框架；具体功能与产品差异需以官方商品页面和实测留证。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需核验事项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适用年度正式出版物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目录、版本与解析结构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适用专业与更新版本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各品牌肿瘤中级商品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四科与案例内容覆盖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题目来源、解析与有效期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品牌官方课程套餐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课程、题库与服务权益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商品边界与实际价格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追问、解释与纠错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专业准确性与使用额度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候选调研对象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先核对目标专业、内容与权益，再判断直接竞争关系和差异化机会。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竞品价格与权益需要按具体商品核对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原价格样本缺少可追溯证据，暂不作为定价依据；采集时记录日期、渠道与有效期。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需留存证据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区分题库与课程权益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按商品重新核验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商品名称与有效期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核对专业范围与内容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各专业单科题库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题量、解析及有效期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专业覆盖与基础体验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会员及课程权益页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区分会员与单独商品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单题库、组合包与会员均为备选，本期收费方式尚未确定。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产品响应聚焦专科内容与可信解析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优先评估现有能力复用；易混点对照、案例训练与复测作为产品建议。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关键能力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建设依据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本期响应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三专业覆盖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已确认业务范围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同步接入341／342／343，内容按适用考纲组织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题目与解析质量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考纲、授权与审核记录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核对来源、答案、解析依据和版本更新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价格与售卖方式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用户需求与成本验证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收费方式、价格与权益待定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现有功能复用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最新流程截图与技术盘点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首屏加三个选项，评估答题、错题和AI适配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内容可信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每道题都要有可核验的考纲与解析依据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以内容与解析质量为基础，通过试点验证理解、复习和持续学习的帮助。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市场规模仍需可靠的分专业报名数据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原分母扣减、肿瘤科占比与年度报考率缺少依据，撤下由此得出的人数结论。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A｜行业背景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全国医师总量仅作背景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B｜目标市场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需取得三专业年度报考人数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C｜首期验证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先盘点实际可触达考生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专业存量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报名人数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客单价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人群线索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考生规模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不作分母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待核口径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待取证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待测试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待测试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尚待核验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三专业全国年度考生总量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内部盘点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现有渠道中的真实目标考生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口径要求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医师存量不能直接换算考生人数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目前不提供全国市场规模结论，先用目标用户盘点与试点成本支持决策。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年度考生规模待核验，首期先盘点可触达用户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按专业、年度、首次或补考识别目标用户，报名人数与付费用户分别统计。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待盘点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当年目标考生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当年目标考生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当年目标考生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按用户去重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使用、复访与付费分别统计；收费方式未定前，先观察学习表现与服务成本。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用真实目标用户与试点表现判断投入，不以假设报名率推导全国市场。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095500"/>
            <a:ext cx="5905500" cy="381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2100" b="1">
                <a:solidFill>
                  <a:srgbClr val="102744"/>
                </a:solidFill>
                <a:latin typeface="Microsoft YaHei"/>
              </a:defRPr>
            </a:pPr>
            <a:r>
              <a:t>现有渠道中的真实考生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667000"/>
            <a:ext cx="5905500" cy="1571625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按报考专业与年度识别</a:t>
            </a:r>
          </a:p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邀请完成练习与解析任务</a:t>
            </a:r>
          </a:p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观察再次使用与学习反馈</a:t>
            </a:r>
          </a:p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收费方案确定后验证真实交易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三专业同步接入，以真实学习与使用表现判断投入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产品定位：面向三个专业考生的职称备考题库，按技术盘点评估现有能力复用。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同步建设 341、342、343；按各自考纲组织题目与解析。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首屏直接增加三个专业选项，后续内容与进度按专业适配。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收费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收费方式、价格与权益待定，结合需求与服务成本单独决策。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跟踪学习任务完成、复访与服务成本；收费后再验证转化和退款。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同步接入三专业，先交付可用学习流程，再依据试点结果决定后续投入。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备考难点与产品应对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围绕易混知识与病例判断，补充理解型练习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机构沟通提示的需求线索，主要涉及肿瘤内科；需考生访谈验证，具体内容按官方考纲核对。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调研线索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可能的备考任务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知识分散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串联跨学科知识，定位薄弱点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按考纲关联考点与题目，提供学习路径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分期与方案易混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比较病例条件及对应判断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分期与条件对照，安排同考点变式练习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病例与相似选项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识别病史、影像、病理中的关键依据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解释选项差异和排除理由，支持追问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药物知识记忆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区分适用条件、不良反应与易混点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经审核的知识对照与间隔复测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内容版本变化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理解考纲与参考资料的版本差异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标注适用版本，由教研核对更新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验证重点：换了题目或病例条件后，考生能否说清判断依据。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Macintosh PowerPoint</Application>
  <DocSecurity>0</DocSecurity>
  <PresentationFormat>宽屏</PresentationFormat>
  <Paragraphs>337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翼 杜</cp:lastModifiedBy>
  <cp:revision>1</cp:revision>
  <dcterms:created xsi:type="dcterms:W3CDTF">2026-09-17T03:47:42Z</dcterms:created>
  <dcterms:modified xsi:type="dcterms:W3CDTF">2026-09-17T05:18:11Z</dcterms:modified>
</cp:coreProperties>
</file>
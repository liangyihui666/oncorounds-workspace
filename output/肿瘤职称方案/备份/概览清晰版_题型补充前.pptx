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11"/>
    <p:sldId id="259" r:id="rId5"/>
    <p:sldId id="260" r:id="rId6"/>
    <p:sldId id="261" r:id="rId7"/>
    <p:sldId id="268" r:id="rId8"/>
    <p:sldId id="262" r:id="rId9"/>
    <p:sldId id="263" r:id="rId10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50" d="100"/>
          <a:sy n="150" d="100"/>
        </p:scale>
        <p:origin x="4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4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仅概述产品方案。已确定：341肿瘤内科学、342肿瘤外科学、343肿瘤放射治疗学同步上线；接入现有职考Go小程序，首屏增加三个专业选项；收费方式待定。CSCO指南和大查房是肿瘤医生APP的内容积累，考试内容应按适用大纲筛选和审校。题目解析与病例练习为产品建设方向，学习效果仍需验证。“会背答案但不会分析病例”是本期要验证的需求假设，不代表所有考生。考试科目与试卷关系另见考试结构页，公开资源依据见后续两页优势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南资源持有由用户确认。CSCO官网证实相关指南学习班在肿瘤医生APP直播；良医汇发布过指南执笔专家解读。这支持指南内容、解读与传播积累，不等于指南独家版权或CSCO对本职考产品背书。题目解析与考纲映射为建设方向，效果未验证。最新临床指南不自动等于考试命题口径，按适用年度考试大纲核对。</a:t>
            </a:r>
          </a:p>
          <a:p>
            <a:r>
              <a:t>来源（2026-09-17查阅）：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栏目来源显示医院合作、诊疗经验分享与病例解析。此处不声称公开栏目专家参与本地AI题目的编写或审核。已有题目指本地outputs/五套优化题与病例JSON-20260904的五份JSON，共25题，包含胃癌、GEJ腺癌、食管鳞癌及两组乳腺癌病例。两类材料分开作为证据，未确认本地题目与公开大查房栏目的直接来源关系。病例训练及变式复测属于产品转化方向，需考纲映射及教研审核；不能视为考试真题或三专业覆盖完整。</a:t>
            </a:r>
          </a:p>
          <a:p>
            <a:r>
              <a:t>来源（2026-09-17查阅）：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sco.org.cn/cn/ncontent.aspx?oid=9278" TargetMode="External"/><Relationship Id="rId4" Type="http://schemas.openxmlformats.org/officeDocument/2006/relationships/hyperlink" Target="https://www-search.liangyihui.net/doc/16663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-search.liangyihui.net/column/162" TargetMode="External"/><Relationship Id="rId4" Type="http://schemas.openxmlformats.org/officeDocument/2006/relationships/hyperlink" Target="https://www-search.liangyihui.net/column/158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本期方案概览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57225"/>
            <a:ext cx="111252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在现有职考小程序中，增加肿瘤主治备考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66825"/>
            <a:ext cx="111252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516780"/>
                </a:solidFill>
                <a:latin typeface="Microsoft YaHei"/>
              </a:rPr>
              <a:t>帮助考生刷题、看懂解析，并练习如何分析病例。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743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20859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20859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给谁用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1375" y="21050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备考肿瘤内科、肿瘤外科、肿瘤放射治疗三个专业的考生。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051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29241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29241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375" y="29432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提供按专业组织的题目、答案解析和病例练习。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5433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37623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" y="37623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凭什么做好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1375" y="37814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用 CSCO 指南讲清答案依据，用大查房内容设计病例练习。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3815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46005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46005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本期怎么上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375" y="46196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三个专业一起上线；在原有首屏增加选项，收费方式待定。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619750"/>
            <a:ext cx="11125200" cy="685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5800725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切入点：把考生“会背答案，但不会分析病例”的问题讲清、练会。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638925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0" y="66198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01｜CSCO 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CSCO 指南：把“答案是什么”讲到“依据是什么”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以指南内容与专家解读积累，支撑考点梳理、适用条件辨析和有来源的题目解析。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指南与专家解读相结合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平台已有 CSCO 指南相关内容，并持续发布专家解读。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具备持续跟进更新的基础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已有指南学习班直播及新版解读，可支撑内容维护。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能围绕具体临床条件讲清依据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将指南中的分期、分型与推荐条件对应到题目解析。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切入易混考点的依据解释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按考纲筛选指南相关内容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把适用条件讲进题目解析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关联出处、版本与专家解读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考生价值：少做零散查找，看懂方案为什么适用、条件变了如何判断。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依据：CSCO官网｜2026指南学习班通过肿瘤医生APP直播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实例：肿瘤资讯｜2026 CSCO NSCLC指南骨转移更新专家解读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02｜大查房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大查房：把临床分析过程转为可练习的病例题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借助医院大查房内容积累与已有题目，围绕病史、检查和治疗条件训练病例判断。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长期医院合作，积累临床分析内容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中肿、医肿等大查房专栏持续分享诊疗经验与病例解析。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多环节病例内容，支撑判断训练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从诊断、分期到疗效与不良反应，组织情境化练习。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已有题目结构，可继续改编复用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已有样题包含题干、选项、解析与来源，可按考纲筛选。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从“病例判断专项练习”切入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提取病史与检查中的关键线索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比较相似选项及判断条件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改编同考点变式题，再次练习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考生价值：沿着病例线索练判断，把知识点用于具体问题。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依据：良医汇｜中肿内科大查房、医肿内科大查房官方专栏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另一专栏：医肿内科大查房；题目样本另据本地5组25题（详见备注）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 341、342、343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三个专业同步上线，内容按所选专业配置，不以所在科室代替报考专业。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四科分别备考，题型与计分规则按官方材料确认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内容与规则依据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分别核对考点与题型要求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模拟功能待核验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案例题计分待核验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回退规则待核验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题型题量待核验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前两科共用试卷，后两科按专业考纲建设；练习表现不等同正式考试成绩。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首期交付：一道题带出一个判断方法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从错题或病例练习进入，完成“作答—理解依据—辨别条件—变式复测”的完整体验。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做一道病例题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按报考专业匹配病例与考点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暴露具体的知识与判断薄弱点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看懂答案依据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显示关键线索、选项差异与参考来源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弄清为什么这样判断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练习条件变化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同考点更换病例条件，安排变式题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检查是否理解，而非只记住答案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复测与继续学习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按错题考点组织复测，记录完成与回访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判断掌握情况，衔接后续学习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内容要求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依据可追溯、题目符合考纲；指南更新与考试要求分别核对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试点重点：考生能否解释选项差异，并独立完成同考点的新题。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沿用原方案规模估算，区分存量与年度考生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保留原方案数值用于内部规划；基础数据、专业占比和报考比例尚未验证，不作为官方统计。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A｜原方案存量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68,398 人：原医师存量推算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B｜年度情景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3,400–6,800 人：原年度估算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盘点可触达考生与学习需求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原估算基础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保留原估算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以情景展示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原方案医师存量推算（非考生数）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原存量情景范围（未验证）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保留原方案估算用于讨论，年度报名规模与付费规模分别核对。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原方案年度考生估算：3,400–6,800 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恢复原方案数值与分专业拆分，仅作内部情景；不是官方报名人数，也不代表付费用户。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原年度估算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原方案扩大情景范围为3,306–7,068人；比例与拆分未验证，不能视为统计置信区间。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沿用原估算支持试点规划，结合实际触达、使用与付费情况逐步校准。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中性情景约 5,000 人／年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原方案按医师存量的5%–10%估算
报考比例与专业拆分属于假设
先盘点现有渠道可触达考生
收费方案确定后再验证收入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以病例判断切入，验证理解与迁移的价值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面向341／342／343考生，将有依据的解析、病例变式练习与错题复测接入现有小程序。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按考纲筛选病例题，补充依据、选项差异与同考点变式。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观察解析使用、变式题表现与复测回访；收费后验证转化。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用病例练习帮助考生理解判断依据，以试点结果评估学习价值与后续投入。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DocSecurity>0</DocSecurity>
  <PresentationFormat>宽屏</PresentationFormat>
  <Paragraphs>387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2</cp:revision>
  <dcterms:created xsi:type="dcterms:W3CDTF">2026-09-17T03:47:42Z</dcterms:created>
  <dcterms:modified xsi:type="dcterms:W3CDTF">2026-09-17T09:59:36Z</dcterms:modified>
</cp:coreProperties>
</file>
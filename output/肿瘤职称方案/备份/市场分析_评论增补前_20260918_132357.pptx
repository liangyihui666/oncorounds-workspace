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22"/>
    <p:sldId id="270" r:id="rId8"/>
    <p:sldId id="262" r:id="rId9"/>
    <p:sldId id="263" r:id="rId10"/>
    <p:sldId id="268" r:id="rId11"/>
    <p:sldId id="269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24"/>
  </p:normalViewPr>
  <p:slideViewPr>
    <p:cSldViewPr snapToGrid="0">
      <p:cViewPr varScale="1">
        <p:scale>
          <a:sx n="102" d="100"/>
          <a:sy n="102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本页为新增市场需求分析，其他原页内容保持用户提供版本，仅页码顺延。</a:t>
            </a:r>
          </a:p>
          <a:p>
            <a:r>
              <a:t>来源1：人卫医学网《2023年考试五个题型重点剖析》（2022-12-26）：https://uat.ipmph.com/examzcms/c/2022-12-26/556633.shtml。2026-09-18查阅。该文说明案例分析题使用模拟临床情境，侧重病情分析、判断和处理。仅引用题型特点，不将旧年份说明作为2026年341/342/343题型占比或计分依据。</a:t>
            </a:r>
          </a:p>
          <a:p>
            <a:r>
              <a:t>来源2：用户提供341 342 343肿瘤学考试大纲.pdf，PDF第20、25、33–34、38–39页涉及毒副反应评估、药物毒性、影像学检查、病理及基因检测、分期和治疗原则；该文件本次未重新认定其年度。</a:t>
            </a:r>
          </a:p>
          <a:p>
            <a:r>
              <a:t>来源3：用户提供机构沟通截图及本轮文字，主要讨论肿瘤内科；一线/二线方案和相似选项作为调研难点，非官方题量统计或全部三个专业的统一难度结论。表中以一线/后线作为学习需求例子，不提供临床处方建议。未采用“病例题占比非常高”“大量题来自真实病例”断言。各项市场需求为材料归纳，尚非代表性考生样本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来源：人民卫生电子音像出版社主办的人卫医学网《2023年考试五个题型重点剖析》，2022-12-26发布，2026-09-18查阅。https://uat.ipmph.com/examzcms/c/2022-12-26/556633.shtml 。原文说明每案例3–12问、每问6–12个备选答案、正确及错误答案个数不定，包含普通正确、关键、无关和错误选项，按得分点加减并逐问以0为下限，进入下一问不可返回前问。文章位于内科学主治栏目，是参考题型说明，不代表已独立确认当前341/342/343所有规则完全相同。示例由本次制作，假设ABDE为普通正确项、CF为错误项，未涉及关键或无关项；不给出得分点向卷面分折算公式。原用户示例“选对+0.5分，选错−1分”混用不同权重，不直接采用；漏选表示未取得对应点数，不另认定处罚。“可能12个答案全正确”“第一问错后面全错”“不提示答案数量”均未有充分原文依据，本页只说明答案数量不固定、需逐项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uat.ipmph.com/examzcms/c/2022-12-26/556633.shtml" TargetMode="Externa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肿瘤职称是细分市场，机会在专科内容与现有用户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沿用原方案规模估算；结合肿瘤医生 APP 的内容积累与目标用户触达，判断进入机会。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原方案医师存量估算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原方案年度考生估算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结合付费意愿与成本决策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从现有肿瘤医生用户中承接职称备考需求，实际考生数量需盘点。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指南和大查房的内容积累，建立肿瘤专科备考的差异化。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围绕三个中级专业进入细分市场，以付费需求和服务成本判断商业可行性。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 APP 已有专科用户和内容积累，为拓展职称备考业务提供基础。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  <a:endParaRPr sz="1875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通过现有渠道触达潜在考生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延伸内容价值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将指南与大查房内容延伸至备考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具体考试安排以当年官方通知为准；本次研究341–343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专业代码、考试安排与要求存在地区差异，本次暂不纳入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从已有肿瘤学术用户中寻找备考需求，是本项目的市场进入基础。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首期聚焦中级市场，高级职称后续评估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中级考试按全国专业目录组织，适合统一分析；高级职称需按地区进一步拆分。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高级职称（副高／正高）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按地区政策与安排核对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取得中级资格的备考需求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晋升高级职称的考试与评审需求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市场分析口径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按专业及年度报名人数分析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按地区、专业及晋升要求拆分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同专业成绩两年滚动，包含补考需求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考试与评审要求存在地区差异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341、342、343三个专业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本次暂不纳入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三个专业对应不同需求，统一纳入市场分析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从实际报考专业识别市场；以下科室只作潜在用户触达线索。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现有平台用户可提供线索；实际报考人数和需求占比需盘点。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按实际报考代码识别，不能将所有外科医生计入342市场。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通过放疗相关用户渠道触达，按报考年度识别当期需求。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三个专业共同构成研究范围；医生所属科室不能直接等同报考专业。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四科及考试时间按已收集官方资料；题型按用户提供截图列作参考，适用年度与专业范围待核实。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3751973820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题型参考（用户提供资料）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）、共用题干单选题（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题量不固定  </a:t>
                      </a: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备考需求｜病例分析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病例分析侧重临床判断，备考需要理解与应用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人卫题型说明强调病情分析、判断与处理；结合所提供肿瘤学大纲及调研线索，归纳以下备考需求。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需要完成的判断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病例中的信息与易混点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对应的备考需求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综合分析病例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结合病史、影像与病理报告，判断诊断及分期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学习如何提取线索、串联检查结果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辨别治疗方案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结合分期、分型与既往治疗，辨别方案适用条件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理解治疗顺序及方案差异，如一线／后线选择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识别并发症与不良反应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结合症状、检查与用药史，区分可能原因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掌握鉴别依据与处理原则，梳理易错点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排除相似选项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选项看似都合理，但适用条件可能不同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理解为何选、为何不选，避免只记答案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资料说明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病例题占比及真实病例来源尚无可靠依据；相似选项难点来自机构调研线索。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市场需求线索：除知识记忆外，考生还需要病例分析、方案辨别和易错点讲解。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竞品覆盖图书、题库与培训，需比较具体商品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按考生购买的内容与服务比较供给；专业覆盖和功能以商品页及实际体验为准。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主要购买价值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人卫等正式出版物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系统复习与自测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版本、考纲对应与解析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阿虎、考试宝典等相关商品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移动刷题与练习反馈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课程及题库套餐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机构肿瘤职称相关套餐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讲解课程与备考服务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课程内容、答疑和套餐权益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会员及社区服务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内容访问与交流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适用专业、权限及付费周期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重点调研对象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竞争分析要落到专业覆盖、题目解析、服务和价格，不能仅凭品牌判断。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竞品价格须与专业、权益和有效期一起比较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75" dirty="0">
                <a:solidFill>
                  <a:srgbClr val="6F84A0"/>
                </a:solidFill>
                <a:latin typeface="Microsoft YaHei"/>
              </a:rPr>
              <a:t>公开价格样本用于理解购买门槛，不代表长期售价或完整权益完全可比。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271942251"/>
              </p:ext>
            </p:extLst>
          </p:nvPr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价格依据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核心优势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  <a:endParaRPr sz="12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肿瘤内科、外科题库均 ¥160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全专业覆盖，学习链路完整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竞争肿瘤专业深度、可信解析与既有用户触达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/ 342 / 343 合并题库 ¥168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覆盖广、合并销售、多终端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在解析质量与更新速度上建立差异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341 ¥58；342 ¥68；343 ¥58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低价、单科购买、决策简单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低价下限已形成，溢价要由内容与 AI 证明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肿瘤中级相关题库 ¥58 / 套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低价，基础刷题与错题完整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首期定价和基础体验的重点对标对象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题库及会员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统一会员制，非单题库购买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题库广、评论统计与社区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首期不宜强制采用全站会员模式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首期优先单题库或三专业组合包，降低购买门槛，不强制全站会员。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我们的竞争优势｜CSCO指南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CSCO指南：专业内容与持续解读形成竞争基础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肿瘤医生APP参与指南学习传播，平台持续发布专家解读；可向有备考需求的用户延伸内容价值。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内容可信度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CSCO指南资源及专家解读内容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为专业内容服务提供信任基础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持续内容供给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指南学习班直播与新版解读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支持长期内容运营与用户关注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专业相关性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围绕肿瘤诊疗问题组织内容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与肿瘤职称备考人群的学习主题相邻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已有内容积累可服务备考场景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能否产生付费溢价需用户验证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市场机会：把肿瘤专业内容积累转为备考购买理由，而非仅以低价竞争。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我们的竞争优势｜大查房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大查房：医院合作与病例内容形成专科特色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平台已积累医院大查房、诊疗讨论及病例解析内容，可承接重视临床理解的备考需求。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医院合作积累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中肿、医肿等公开大查房专栏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提供长期专科内容合作基础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病例内容深度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诊疗经验分享与具体病例解析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具备服务病例理解类需求的内容条件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既有题目资产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本地大查房已有结构化题目样本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内容转化有起点，适配成本仍需评估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诊疗讨论与备考需求存在交集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需验证考生是否愿为这类内容付费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市场机会：以病例内容的深度吸引目标考生，验证其与常规题库的价值差异。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竞争机会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竞争机会在肿瘤专业内容，付费价值仍需验证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以考生的备考需求为中心，判断我们的内容积累能否形成购买理由。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我们的进入基础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需要验证的商业问题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CSCO指南与大查房积累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考生是否重视专科内容与依据解释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用户触达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肿瘤医生APP现有用户渠道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其中有多少当期考生，可触达多少人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收费模式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题库、套餐等市场供给可比较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单科、组合或其他方式的付费意愿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成本与收益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可利用已有内容和业务基础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获客、内容维护与服务成本能否覆盖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研究重点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考生愿意为什么内容付费，以及现有产品哪里不能满足需求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验证内容优势能否形成购买理由，再决定价格与投入规模。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原方案估算：医师存量约6.6–7.1万人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保留原稿数字作内部情景；下表原始输入、扣减方式与1.5%占比未经充分核实，不作为官方统计。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A｜原始输入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原稿人数，来源及口径未核实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B｜原估算方法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原扣减方法和专业占比未验证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5%–10%报考比例为内部假设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原2024年存量推算（非考生数）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原比例情景范围，非置信区间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医师存量不等于年度考生人数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这组数值仅保留原方案量级假设，不能据此宣称全国实际考生规模。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原年度考生估算约0.33–0.71万人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保留原稿图表与分专业拆分，用作内部情景；报考比例及专业分配均未得到真实报名数据验证。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原情景范围约3,306–7,068人；不是统计置信区间，考生人数也不等于付费用户。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原中性情景约5,000人／年；市场收入还取决于付费比例、客单价与成本。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以三个中级专业为范围，验证细分市场的付费机会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市场判断：已有用户与专科内容提供进入基础，需求规模和盈利能力仍需实际数据支持。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盘点三个专业的当期考生、首次报考与补考需求。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核对竞品实际商品、价格与服务，识别考生尚未满足的需求。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重点验证CSCO指南与大查房积累是否构成付费理由。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结合触达、付费意愿和服务成本评估投入；收费方式待定。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以真实需求、竞争差异与投入产出决定推进规模，三个专业同步纳入首期范围。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题目详情｜案例分析题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以下依据人卫2023年题型说明；具体考试须以当年、对应专业的实际题型说明为准。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333750"/>
            <a:ext cx="5286375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怎样计分：先区分选项性质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790950"/>
            <a:ext cx="5524500" cy="1457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普通正确选项：选中 +1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关键选项：选中 +2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错误选项：选中 −1；无关选项：0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3675" y="3305175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276975"/>
            <a:ext cx="11125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6F84A0"/>
                </a:solidFill>
                <a:latin typeface="Microsoft YaHei"/>
              </a:rPr>
              <a:t>得分点不直接等于卷面分；不采用未经证实的“每题2分”换算和“第一问错、后面全错”说法。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5913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2"/>
              </a:rPr>
              <a:t>来源：人卫医学网《2023年考试五个题型重点剖析》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0" y="65913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1700</Words>
  <Application>Microsoft Office PowerPoint</Application>
  <DocSecurity>0</DocSecurity>
  <PresentationFormat>宽屏</PresentationFormat>
  <Paragraphs>404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3</cp:revision>
  <dcterms:created xsi:type="dcterms:W3CDTF">2026-09-17T03:47:42Z</dcterms:created>
  <dcterms:modified xsi:type="dcterms:W3CDTF">2026-09-18T05:09:51Z</dcterms:modified>
</cp:coreProperties>
</file>
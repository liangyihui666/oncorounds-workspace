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4" r:id="rId10"/>
    <p:sldId id="275" r:id="rId11"/>
    <p:sldId id="276" r:id="rId12"/>
    <p:sldId id="270" r:id="rId13"/>
    <p:sldId id="262" r:id="rId14"/>
    <p:sldId id="263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4"/>
  </p:normalViewPr>
  <p:slideViewPr>
    <p:cSldViewPr snapToGrid="0">
      <p:cViewPr varScale="1">
        <p:scale>
          <a:sx n="150" d="100"/>
          <a:sy n="150" d="100"/>
        </p:scale>
        <p:origin x="4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095750"/>
            <a:ext cx="1000125" cy="590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276725"/>
            <a:ext cx="21717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095750"/>
            <a:ext cx="1000125" cy="590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276725"/>
            <a:ext cx="21717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095750"/>
            <a:ext cx="1000125" cy="590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276725"/>
            <a:ext cx="21717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高级职称暂不纳入本次分析；考试安排以当年官方通知为准。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58500" y="6553200"/>
            <a:ext cx="8572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17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17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278146415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题量不固定  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题目详情｜案例分析题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案例分析题型参考（2023年人卫说明）；当年对应专业的具体规则另行核对。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3375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怎样计分：先区分选项性质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9095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普通正确选项：选中 +1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关键选项：选中 +2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错误选项：选中 −1；无关选项：0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3675" y="3305175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6591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第四科：多选还是少选，考生拿不准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17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498634" y="1190625"/>
            <a:ext cx="5330666" cy="3885723"/>
          </a:xfrm>
          <a:prstGeom prst="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362700" y="1190625"/>
            <a:ext cx="5330666" cy="2596991"/>
          </a:xfrm>
          <a:prstGeom prst="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85260"/>
            <a:ext cx="5330666" cy="2675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肿瘤外科：综合判断与 TNM 分期的复习困惑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17</a:t>
            </a:r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指南与 TNM 分期：考生怎样准备后两科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17</a:t>
            </a:r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题库选择：考生关心有效题目和使用体验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17</a:t>
            </a:r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5330666" cy="3944302"/>
          </a:xfrm>
          <a:prstGeom prst="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5330666" cy="1601152"/>
          </a:xfrm>
          <a:prstGeom prst="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3038475"/>
            <a:ext cx="5330666" cy="32804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备考需求｜病例分析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619250"/>
          <a:ext cx="11125200" cy="385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判断任务</a:t>
                      </a:r>
                    </a:p>
                  </a:txBody>
                  <a:tcPr marL="171450" marR="171450" marT="85725" marB="85725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病例信息与易混点</a:t>
                      </a:r>
                    </a:p>
                  </a:txBody>
                  <a:tcPr marL="171450" marR="171450" marT="85725" marB="85725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考生需要怎样的学习支持</a:t>
                      </a:r>
                    </a:p>
                  </a:txBody>
                  <a:tcPr marL="171450" marR="171450" marT="85725" marB="85725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综合分析病例</a:t>
                      </a:r>
                    </a:p>
                  </a:txBody>
                  <a:tcPr marL="171450" marR="1714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病史、影像、病理报告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诊断与分期的判断线索</a:t>
                      </a:r>
                    </a:p>
                  </a:txBody>
                  <a:tcPr marL="171450" marR="1714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提取关键线索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串联检查结果</a:t>
                      </a:r>
                    </a:p>
                  </a:txBody>
                  <a:tcPr marL="171450" marR="1714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辨别治疗方案</a:t>
                      </a:r>
                    </a:p>
                  </a:txBody>
                  <a:tcPr marL="171450" marR="171450" marT="85725" marB="85725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分期、分型、既往治疗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不同方案的适用条件</a:t>
                      </a:r>
                    </a:p>
                  </a:txBody>
                  <a:tcPr marL="171450" marR="171450" marT="85725" marB="85725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理解治疗顺序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比较一线与后线方案</a:t>
                      </a:r>
                    </a:p>
                  </a:txBody>
                  <a:tcPr marL="171450" marR="171450" marT="85725" marB="85725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识别并发症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与不良反应</a:t>
                      </a:r>
                    </a:p>
                  </a:txBody>
                  <a:tcPr marL="171450" marR="1714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症状、检查、用药史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相似表现背后的不同原因</a:t>
                      </a:r>
                    </a:p>
                  </a:txBody>
                  <a:tcPr marL="171450" marR="1714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掌握鉴别与处理依据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梳理易错点</a:t>
                      </a:r>
                    </a:p>
                  </a:txBody>
                  <a:tcPr marL="171450" marR="1714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1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排除相似选项</a:t>
                      </a:r>
                    </a:p>
                  </a:txBody>
                  <a:tcPr marL="171450" marR="171450" marT="85725" marB="85725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选项看似都合理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实际适用条件可能不同</a:t>
                      </a:r>
                    </a:p>
                  </a:txBody>
                  <a:tcPr marL="171450" marR="171450" marT="85725" marB="85725" anchor="ctr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解释为何选、为何不选</a:t>
                      </a:r>
                    </a:p>
                    <a:p>
                      <a:pPr>
                        <a:spcAft>
                          <a:spcPts val="300"/>
                        </a:spcAft>
                        <a:defRPr sz="1500" b="0">
                          <a:solidFill>
                            <a:srgbClr val="102744"/>
                          </a:solidFill>
                          <a:latin typeface="Microsoft YaHei"/>
                        </a:defRPr>
                      </a:pPr>
                      <a:r>
                        <a:t>把知识用于具体判断</a:t>
                      </a:r>
                    </a:p>
                  </a:txBody>
                  <a:tcPr marL="171450" marR="171450" marT="85725" marB="85725" anchor="ctr"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0" y="6553200"/>
            <a:ext cx="8572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竞品提供刷题，我们能补上指南、分期与病例实战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据团队对本次调研竞品的判断：其备考体验限于刷题，未提供指南、TNM或病例学习内容。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17</a:t>
            </a:r>
          </a:p>
        </p:txBody>
      </p:sp>
      <p:graphicFrame>
        <p:nvGraphicFramePr>
          <p:cNvPr id="32" name="表格 31"/>
          <p:cNvGraphicFramePr/>
          <p:nvPr>
            <p:extLst>
              <p:ext uri="{D42A27DB-BD31-4B8C-83A1-F6EECF244321}">
                <p14:modId xmlns:p14="http://schemas.microsoft.com/office/powerpoint/2010/main" val="3487863424"/>
              </p:ext>
            </p:extLst>
          </p:nvPr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32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考生需求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调研竞品供给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我们已有的内容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答案依据从哪里找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刷题，缺少指南内容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CSCO指南与专家解读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结合考点解释方案的适用依据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TNM如何理解和应用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刷题，缺少TNM学习内容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TNM分期相关内容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对照分期条件，识别病例线索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病例中怎样判断选项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刷题，缺少病例场景学习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大查房、影像与病例素材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在具体情境中练判断、辨选项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怎样串联知识与实战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以题目练习为主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指南、TNM与查房内容积累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围绕病例组织理解与练习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本次调研竞品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我们的差异：在刷题之外，提供指南依据、TNM分期理解与真实病例场景学习。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题库已有价格竞争，我们要提供更明确的购买理由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指南、分期和病例判断，是用户评论提示的潜在付费需求。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17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指南与病例解析补足刷题体验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把TNM分期放入病例情境理解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用内容价值竞争，避免只比低价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突出逐项判断与错因解释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把分散讨论整理为有依据的学习内容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购买理由：做题时能查依据、辨分期、练病例判断；收费方式与价格另行确定。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内部情景估算：原始输入、扣减方式与专业占比尚未充分核实，不作为官方统计。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内部情景估算：报考比例及专业分配未得到真实报名数据验证。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以指南、TNM与病例实战，切入肿瘤职称备考市场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17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据团队调研，竞品仅提供刷题，缺少指南、TNM与病例内容。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用已有专科内容提供明确的购买价值：在病例场景中理解知识、练习判断。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1081</Words>
  <Application>Microsoft Office PowerPoint</Application>
  <DocSecurity>0</DocSecurity>
  <PresentationFormat>宽屏</PresentationFormat>
  <Paragraphs>337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8</cp:revision>
  <dcterms:created xsi:type="dcterms:W3CDTF">2026-09-17T03:47:42Z</dcterms:created>
  <dcterms:modified xsi:type="dcterms:W3CDTF">2026-09-18T05:58:20Z</dcterms:modified>
</cp:coreProperties>
</file>